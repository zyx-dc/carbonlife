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164592" cy="2011680"/>
          </a:xfrm>
          <a:prstGeom prst="rect">
            <a:avLst/>
          </a:prstGeom>
          <a:solidFill>
            <a:srgbClr val="B6FF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CarbonLife 碳足迹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B6FF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 HarmonyOS 的低碳生活记录与激励应用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85800" y="33832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6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记录每一次低碳行动，积少成多守护地球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5943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3A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按大赛要求已去标识化：不体现团队 / 成员 / 指导老师 / 院校信息</a:t>
            </a:r>
            <a:endParaRPr lang="en-US" sz="1100" dirty="0"/>
          </a:p>
        </p:txBody>
      </p:sp>
      <p:pic>
        <p:nvPicPr>
          <p:cNvPr id="7" name="Image 0" descr="C:\Users\oscar\Documents\Default Project\CarbonLife\docs\qa\screen3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463040"/>
            <a:ext cx="3108960" cy="393192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痛点与选题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400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国家「双碳」目标：碳达峰 · 碳中和，倡导全民绿色生活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日常低碳行为「难记录、没反馈、难坚持」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隐私顾虑：不愿把出行 / 生活数据上传第三方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契机：HarmonyOS 端侧 AI、分布式数据、后台提醒等原生能力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我们做了什么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记录低碳行为</a:t>
            </a:r>
            <a:pPr indent="0" marL="0">
              <a:buNone/>
            </a:pPr>
            <a:r>
              <a:rPr lang="en-US" sz="2200" dirty="0">
                <a:solidFill>
                  <a:srgbClr val="5B6B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→  </a:t>
            </a:r>
            <a:pPr indent="0" marL="0">
              <a:buNone/>
            </a:pPr>
            <a:r>
              <a:rPr lang="en-US" sz="22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自动计算减排量与碳积分</a:t>
            </a:r>
            <a:pPr indent="0" marL="0">
              <a:buNone/>
            </a:pPr>
            <a:r>
              <a:rPr lang="en-US" sz="2200" dirty="0">
                <a:solidFill>
                  <a:srgbClr val="5B6B6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→  </a:t>
            </a:r>
            <a:pPr indent="0" marL="0">
              <a:buNone/>
            </a:pPr>
            <a:r>
              <a:rPr lang="en-US" sz="22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激励与家庭共享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3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一句话：把日常小行动，变成看得见的绿色成就。</a:t>
            </a:r>
            <a:endParaRPr lang="en-US" sz="2000" dirty="0"/>
          </a:p>
        </p:txBody>
      </p:sp>
      <p:pic>
        <p:nvPicPr>
          <p:cNvPr id="7" name="Image 0" descr="C:\Users\oscar\Documents\Default Project\CarbonLife\docs\qa\app_home_new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3566160"/>
            <a:ext cx="3749040" cy="292608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目标用户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400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关注环保与健康的家庭用户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 / 上班族等通勤人群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希望与家人共同参与低碳生活的群体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功能总览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0868" y="15544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4D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32308" y="16459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低碳行为记录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75508" y="15544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4D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66948" y="16459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端侧 AI 识图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210148" y="15544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4D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1588" y="16459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数据看板与导出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044788" y="15544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4D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36228" y="16459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积分与荣誉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0868" y="33832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4D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2308" y="34747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家庭碳积分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375508" y="33832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4D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66948" y="34747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每日提醒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10148" y="33832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4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1588" y="34747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双碳科普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9044788" y="3383280"/>
            <a:ext cx="2606040" cy="155448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D8E4D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36228" y="3474720"/>
            <a:ext cx="24231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3D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浅/深双主题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亮点 1 · 13 种低碳行为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0350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出行 / 节能 / 回收 / 餐饮 4 大类，共 13 种行为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「活动量 × 排放因子」自动估算减排量与积分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支持数量步进与备注，保存即写本机</a:t>
            </a:r>
            <a:endParaRPr lang="en-US" sz="1800" dirty="0"/>
          </a:p>
        </p:txBody>
      </p:sp>
      <p:pic>
        <p:nvPicPr>
          <p:cNvPr id="6" name="Image 0" descr="C:\Users\oscar\Documents\Default Project\CarbonLife\docs\qa\app_record_new2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371600"/>
            <a:ext cx="4754880" cy="420624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亮点 2 · 端侧 AI 识图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0350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选一张照片，端侧识别物体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自动推荐对应低碳行为并定位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识别在本机完成，图片不出本机</a:t>
            </a:r>
            <a:endParaRPr lang="en-US" sz="1800" dirty="0"/>
          </a:p>
        </p:txBody>
      </p:sp>
      <p:pic>
        <p:nvPicPr>
          <p:cNvPr id="6" name="Image 0" descr="C:\Users\oscar\Documents\Default Project\CarbonLife\docs\qa\app_foo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371600"/>
            <a:ext cx="4754880" cy="420624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亮点 3 · 数据看板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56692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 / 周 / 月 / 年 趋势聚合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折线 · 柱状 · 类别饼图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最近记录与 CSV / JSON 导出</a:t>
            </a:r>
            <a:endParaRPr lang="en-US" sz="1800" dirty="0"/>
          </a:p>
        </p:txBody>
      </p:sp>
      <p:pic>
        <p:nvPicPr>
          <p:cNvPr id="6" name="Image 0" descr="C:\Users\oscar\Documents\Default Project\CarbonLife\docs\qa\qa_dash_week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2743200" cy="420624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  <p:pic>
        <p:nvPicPr>
          <p:cNvPr id="7" name="Image 1" descr="C:\Users\oscar\Documents\Default Project\CarbonLife\docs\qa\qa_dash_month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371600"/>
            <a:ext cx="2743200" cy="420624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亮点 4 · 家庭碳积分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03504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 / 加入家庭码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同一华为账号多设备同步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按成员展示，合并家庭减排与积分</a:t>
            </a:r>
            <a:endParaRPr lang="en-US" sz="1800" dirty="0"/>
          </a:p>
        </p:txBody>
      </p:sp>
      <p:pic>
        <p:nvPicPr>
          <p:cNvPr id="6" name="Image 0" descr="C:\Users\oscar\Documents\Default Project\CarbonLife\docs\qa\app_home_new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371600"/>
            <a:ext cx="4754880" cy="420624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亮点 5 · 积分与荣誉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56692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碳积分累计与权益商城（模拟兑换码）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低碳徽章 · 植树证书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今日任务完成后自动发放积分</a:t>
            </a:r>
            <a:endParaRPr lang="en-US" sz="1800" dirty="0"/>
          </a:p>
        </p:txBody>
      </p:sp>
      <p:pic>
        <p:nvPicPr>
          <p:cNvPr id="6" name="Image 0" descr="C:\Users\oscar\Documents\Default Project\CarbonLife\docs\qa\app_rewards_v4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2743200" cy="420624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  <p:pic>
        <p:nvPicPr>
          <p:cNvPr id="7" name="Image 1" descr="C:\Users\oscar\Documents\Default Project\CarbonLife\docs\qa\qa_redeem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371600"/>
            <a:ext cx="2743200" cy="420624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设计与体验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56692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配色：深林绿 + 暖白 + 琥珀金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 / 深色双主题，跟随系统切换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颜色 / 字号 / 间距 / 圆角统一走设计 token</a:t>
            </a:r>
            <a:endParaRPr lang="en-US" sz="1800" dirty="0"/>
          </a:p>
        </p:txBody>
      </p:sp>
      <p:pic>
        <p:nvPicPr>
          <p:cNvPr id="6" name="Image 0" descr="C:\Users\oscar\Documents\Default Project\CarbonLife\docs\qa\app_home_new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371600"/>
            <a:ext cx="2743200" cy="420624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  <p:pic>
        <p:nvPicPr>
          <p:cNvPr id="7" name="Image 1" descr="C:\Users\oscar\Documents\Default Project\CarbonLife\docs\qa\qa_dark_home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5440" y="1371600"/>
            <a:ext cx="2743200" cy="420624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技术底座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400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HarmonyOS / OpenHarmony 原生：ArkTS + ArkUI 声明式 UI（Stage 模型，SDK 26.0.0）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本机存储：Preferences；家庭：分布式数据对象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端侧 AI：CoreVisionKit 物体检测；提醒：后台代理提醒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隐私与安全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400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所有记录只存在本机，不上传云端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家庭数据只在同一账号设备间同步，不经过第三方服务器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识图在本机完成，不上传图片</a:t>
            </a:r>
            <a:endParaRPr lang="en-US" sz="1800" dirty="0"/>
          </a:p>
        </p:txBody>
      </p:sp>
      <p:pic>
        <p:nvPicPr>
          <p:cNvPr id="6" name="Image 0" descr="C:\Users\oscar\Documents\Default Project\CarbonLife\docs\qa\qa_perm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463040"/>
            <a:ext cx="4023360" cy="3566160"/>
          </a:xfrm>
          <a:prstGeom prst="ellipse">
            <a:avLst/>
          </a:prstGeom>
          <a:effectLst>
            <a:outerShdw sx="100000" sy="100000" kx="0" ky="0" algn="bl" rotWithShape="0" blurRad="101600" dist="25400" dir="2700000">
              <a:srgbClr val="000000">
                <a:alpha val="20000"/>
              </a:srgbClr>
            </a:outerShdw>
          </a:effec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14400"/>
            <a:ext cx="12191695" cy="54864"/>
          </a:xfrm>
          <a:prstGeom prst="rect">
            <a:avLst/>
          </a:prstGeom>
          <a:solidFill>
            <a:srgbClr val="FFB3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112772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验证与质量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371600"/>
            <a:ext cx="640080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内置「AI 设备验证 Agent + 验收清单」的只读验证流程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模拟器逐条验收：深色模式 / 清空数据 / CSV 导出 / 记录增删刷新 / 图表刷新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1C1C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构建持续通过（assembleHap）；界面文案完成中英国际化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展望与致谢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194560"/>
            <a:ext cx="105156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AF7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对接真实城市碳普惠平台 API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AF7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数据导入与云备份能力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EAF7D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接入系统无障碍设置、平板多列布局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6FF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谢谢观看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CarbonLife 碳足迹 · 答辩演示</dc:title>
  <dc:subject>PptxGenJS Presentation</dc:subject>
  <dc:creator>CarbonLife</dc:creator>
  <cp:lastModifiedBy>CarbonLife</cp:lastModifiedBy>
  <cp:revision>1</cp:revision>
  <dcterms:created xsi:type="dcterms:W3CDTF">2026-09-26T01:42:29Z</dcterms:created>
  <dcterms:modified xsi:type="dcterms:W3CDTF">2026-09-26T01:42:29Z</dcterms:modified>
</cp:coreProperties>
</file>