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各位评委好，我们的作品是 CarbonLife 碳足迹，一款基于 HarmonyOS 的低碳生活记录与激励应用。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在双碳目标背景下，日常低碳行为普遍「难记录、没反馈、难坚持」，同时用户对生活数据隐私有顾虑。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我们做了一件事：记录低碳行为，自动算出减排量与碳积分，再用激励和家庭共享让它可持续。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面向关注环保与健康的家庭用户、学生与通勤上班族，以及希望与家人共同参与的用户。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项目共 10 大功能：低碳行为记录、端侧 AI 识图、数据看板与导入导出、积分与荣誉、家庭碳积分、每日提醒、双碳科普、深浅主题，以及本轮新增的碳小树与碳账单；数据还支持本地整包备份与可选的云备份。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出行、节能、回收、餐饮四大类共 13 种行为，按「活动量 × 排放因子」自动估算减排量与积分。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用户选一张照片，设备侧识别物体并推荐对应低碳行为，图片不出本机。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提供日 / 周 / 月 / 年趋势，折线、柱状、饼图多种呈现；支持 CSV / JSON 导入与导出（导入逐字段校验归一化），并可将碳账单导出为 PNG 分享图。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生成或加入家庭码后，可在同一华为账号的多设备间同步，并按成员展示家庭减排与积分。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碳积分可兑换权益、解锁徽章与植树证书；本轮新增的碳小树按真实记录长成，连续记录有加成、断签不掉级，下方这张碳账单把所有数字汇成一页可分享的报告。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整体采用可跟随系统的浅 / 深双主题，颜色与控件统一走设计规范，关键动效尊重「减弱动效」开关。整套材料用浅色便于投影；App 本体默认深色「夜行荧光」，强调色是电青 #3DE0C8，琥珀只用于演示材料。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 HarmonyOS / OpenHarmony 原生开发，使用 ArkTS 与 ArkUI 声明式 UI，Stage 模型、SDK 26.0.0；本机存储、端侧 AI、分布式数据、后台提醒，以及可开关的 AGC 云备份。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记录默认只存本机（Preferences），云备份是可选的独立开关、默认关闭；家庭数据只在同一账号设备间同步，不经过第三方；识图在本机完成。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项目采用「写审分离 + 设备验证」，在模拟器上逐条核对验收清单；记录刷新、图表刷新、家庭聚合（本地侧）与碳小树 / 碳账单已复测通过，外壳冒烟 20/20 只覆盖导航与布局；分布式权限弹窗与跨设备家庭聚合仍需真机复测，云备份端到端仍为 BLOCKED，导入运行时待复测。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后续计划对接真实碳普惠平台、完成云备份冲突合并与签名构建验证、接入系统无障碍与补齐平板多列布局。谢谢观看。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CARBONLIFE · 碳足迹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0F3D2E"/>
                </a:solidFill>
              </a:rPr>
              <a:t>C</a:t>
            </a:r>
            <a:r>
              <a:rPr sz="5800" b="1">
                <a:solidFill>
                  <a:srgbClr val="154635"/>
                </a:solidFill>
              </a:rPr>
              <a:t>a</a:t>
            </a:r>
            <a:r>
              <a:rPr sz="5800" b="1">
                <a:solidFill>
                  <a:srgbClr val="1C503B"/>
                </a:solidFill>
              </a:rPr>
              <a:t>r</a:t>
            </a:r>
            <a:r>
              <a:rPr sz="5800" b="1">
                <a:solidFill>
                  <a:srgbClr val="225942"/>
                </a:solidFill>
              </a:rPr>
              <a:t>b</a:t>
            </a:r>
            <a:r>
              <a:rPr sz="5800" b="1">
                <a:solidFill>
                  <a:srgbClr val="296249"/>
                </a:solidFill>
              </a:rPr>
              <a:t>o</a:t>
            </a:r>
            <a:r>
              <a:rPr sz="5800" b="1">
                <a:solidFill>
                  <a:srgbClr val="2F6B50"/>
                </a:solidFill>
              </a:rPr>
              <a:t>n</a:t>
            </a:r>
            <a:r>
              <a:rPr sz="5800" b="1">
                <a:solidFill>
                  <a:srgbClr val="26745A"/>
                </a:solidFill>
              </a:rPr>
              <a:t>L</a:t>
            </a:r>
            <a:r>
              <a:rPr sz="5800" b="1">
                <a:solidFill>
                  <a:srgbClr val="1E7D64"/>
                </a:solidFill>
              </a:rPr>
              <a:t>i</a:t>
            </a:r>
            <a:r>
              <a:rPr sz="5800" b="1">
                <a:solidFill>
                  <a:srgbClr val="16866F"/>
                </a:solidFill>
              </a:rPr>
              <a:t>f</a:t>
            </a:r>
            <a:r>
              <a:rPr sz="5800" b="1">
                <a:solidFill>
                  <a:srgbClr val="0E8F79"/>
                </a:solidFill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碳足迹 · 全民绿色生活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基于 HarmonyOS 的低碳生活记录与激励应用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94760"/>
            <a:ext cx="104241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双碳目标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3794760"/>
            <a:ext cx="16367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3840480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HarmonyOS 原生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056" y="3794760"/>
            <a:ext cx="96469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3840480"/>
            <a:ext cx="9646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端侧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6340" y="3794760"/>
            <a:ext cx="104241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6340" y="384048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隐私优先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3794760"/>
            <a:ext cx="104241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3348" y="384048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家庭共享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617720"/>
            <a:ext cx="3840480" cy="18288"/>
          </a:xfrm>
          <a:prstGeom prst="rect">
            <a:avLst/>
          </a:prstGeom>
          <a:solidFill>
            <a:srgbClr val="D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006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参赛作品 · 答辩演示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记录每一次低碳行动，积少成多守护地球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25295" y="1225296"/>
            <a:ext cx="2637408" cy="5230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599" y="1371600"/>
            <a:ext cx="2344800" cy="4937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为什么做 CarbonLife？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39" y="1271016"/>
            <a:ext cx="9859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国家「双碳」目标：2030 碳达峰 · 2060 碳中和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45429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454298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难记录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90565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低碳行为零散，缺少统一、低门槛的记录入口。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783080"/>
            <a:ext cx="345429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1783080"/>
            <a:ext cx="3454298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018" y="210312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没反馈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2743200"/>
            <a:ext cx="290565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减排量不可见，一次绿色行动得不到即时反馈。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783080"/>
            <a:ext cx="345429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783080"/>
            <a:ext cx="3454298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1636" y="210312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难坚持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2743200"/>
            <a:ext cx="290565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缺少激励与家人互动，好习惯难以长期坚持。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10911535" cy="960120"/>
          </a:xfrm>
          <a:prstGeom prst="roundRect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4709159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另一个现实问题：用户对生活数据的隐私有顾虑。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5029200"/>
            <a:ext cx="1027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这决定了我们坚持「数据默认留在本机，云备份由用户自主开关」。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把一次低碳行动，变成一次可量化的减排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11901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119018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331720"/>
            <a:ext cx="868680" cy="86868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29000"/>
            <a:ext cx="25338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77639"/>
            <a:ext cx="25338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出行 / 节能 / 回收 / 餐饮，共 13 种低碳行为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05402" y="3063240"/>
            <a:ext cx="475488" cy="502920"/>
          </a:xfrm>
          <a:prstGeom prst="rightArrow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36338" y="1965960"/>
            <a:ext cx="311901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6338" y="1965960"/>
            <a:ext cx="3119018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28946" y="2331720"/>
            <a:ext cx="868680" cy="86868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946" y="248716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946" y="3429000"/>
            <a:ext cx="25338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946" y="3977639"/>
            <a:ext cx="25338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活动量 × 排放因子 → 减排量(kg CO₂e) → 碳积分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01660" y="3063240"/>
            <a:ext cx="475488" cy="502920"/>
          </a:xfrm>
          <a:prstGeom prst="rightArrow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2596" y="1965960"/>
            <a:ext cx="311901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32596" y="1965960"/>
            <a:ext cx="3119018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25204" y="2331720"/>
            <a:ext cx="868680" cy="86868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5204" y="248716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5204" y="3429000"/>
            <a:ext cx="25338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5204" y="3977639"/>
            <a:ext cx="25338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积分兑换 · 徽章 · 植树证书 · 家庭碳积分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一次记录 = 一次可见的减排，且可在家庭内共享。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谁会用它？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5429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54298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家庭用户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9056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与家人一起记录低碳行为，共享家庭碳积分。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920240"/>
            <a:ext cx="345429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698" y="1920240"/>
            <a:ext cx="3454298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43018" y="2286000"/>
            <a:ext cx="822960" cy="822960"/>
          </a:xfrm>
          <a:prstGeom prst="ellipse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24871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333756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3840480"/>
            <a:ext cx="29056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把校园里的低碳实践变成可见的减排与习惯。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920240"/>
            <a:ext cx="345429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920240"/>
            <a:ext cx="3454298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71636" y="2286000"/>
            <a:ext cx="822960" cy="822960"/>
          </a:xfrm>
          <a:prstGeom prst="ellipse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1636" y="24871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333756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通勤上班族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636" y="3840480"/>
            <a:ext cx="29056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用步行 / 骑行 / 公交替代驾车，积累减排与积分。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10911535" cy="868680"/>
          </a:xfrm>
          <a:prstGeom prst="roundRect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5029200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家庭碳积分让「一起减排」变得可见、可坚持。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10 大功能，覆盖记录—计算—激励—回馈的完整闭环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00784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00784"/>
            <a:ext cx="2535859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83664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57984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低碳行为记录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13 种行为自动折算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1971" y="1700784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1971" y="1700784"/>
            <a:ext cx="2535859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1883664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0571" y="2157984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端侧 AI 识图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2542032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选图推荐低碳行为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1700784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700784"/>
            <a:ext cx="2535859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883664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2157984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数据看板与导出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463" y="2542032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趋势图表 + 导入导出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755" y="1700784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5755" y="1700784"/>
            <a:ext cx="2535859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355" y="1883664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355" y="2157984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积分与荣誉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355" y="2542032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兑换 · 徽章 · 植树 · 任务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35808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035808"/>
            <a:ext cx="2535859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218688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493008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家庭碳积分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877056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家庭码聚合多设备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31971" y="3035808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31971" y="3035808"/>
            <a:ext cx="2535859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0571" y="3218688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0571" y="3493008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每日提醒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0571" y="3877056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默认 20:00 提醒记录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863" y="3035808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3035808"/>
            <a:ext cx="2535859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2463" y="3218688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2463" y="3493008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双碳科普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2463" y="3877056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碳达峰 / 碳中和专栏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15755" y="3035808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15755" y="3035808"/>
            <a:ext cx="2535859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44355" y="3218688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355" y="3493008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浅色 · 深色主题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355" y="3877056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跟随系统实时切换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31971" y="4370832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31971" y="4370832"/>
            <a:ext cx="2535859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60571" y="4553712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60571" y="4828032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碳小树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60571" y="5212080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按真实记录养成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3863" y="4370832"/>
            <a:ext cx="2535859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23863" y="4370832"/>
            <a:ext cx="2535859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52463" y="4553712"/>
            <a:ext cx="20786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2463" y="4828032"/>
            <a:ext cx="20786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碳账单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2463" y="5212080"/>
            <a:ext cx="20786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一键生成分享报告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记录 → 计算 → 激励 → 回馈；数据可导入导出，账单可一键分享，另含本地 / 云备份。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HIGHLIGHT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13 种低碳行为，四大类自动折算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07238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072384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出行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步行 / 骑行 / 公交 / 地铁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8496" y="1783080"/>
            <a:ext cx="307238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8496" y="1783080"/>
            <a:ext cx="3072384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6" y="1965960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节能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6" y="2404872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节电 / 节水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8"/>
            <a:ext cx="307238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72968"/>
            <a:ext cx="3072384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55848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回收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94759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纸张 / 塑料 / 金属 / 旧衣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8496" y="3172968"/>
            <a:ext cx="307238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8496" y="3172968"/>
            <a:ext cx="3072384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3355848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餐饮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3794759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光盘 / 少用一次性 / 素食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6400800" cy="868680"/>
          </a:xfrm>
          <a:prstGeom prst="roundRect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4846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减排量 = 活动量 × 排放因子  →  自动结算碳积分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4744" y="1636776"/>
            <a:ext cx="2290031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rec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048" y="1783080"/>
            <a:ext cx="1997423" cy="4206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HIGHLIGHT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选一张照片，自动推荐低碳行为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400800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67128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端侧识别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32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基于 CoreVisionKit，在本机完成物体检测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38728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02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自动映射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04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识别结果推荐对应的低碳行为，省去手填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910327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73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隐私友好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76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图片全程在本机处理，不上传云端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4744" y="1636776"/>
            <a:ext cx="2290031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048" y="1783080"/>
            <a:ext cx="1997423" cy="4206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HIGHLIGHT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日 / 周 / 月 / 年，把减排趋势看清楚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400800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67128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多周期趋势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32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日 / 周 / 月 / 年切换，汇总口径一致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38728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02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多视图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04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折线 / 柱状 / 饼图呈现类别占比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910327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73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导入 · 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76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CSV / JSON 互导 · 报告 PNG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4744" y="1636776"/>
            <a:ext cx="2290031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048" y="1783080"/>
            <a:ext cx="1997423" cy="4206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HIGHLIGHT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一个家庭码，把家人的减排聚在一起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400800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67128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家庭码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32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生成 / 加入即可建立家庭组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38728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02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自动聚合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04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同账号多设备按成员展示减排与积分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910327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73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不经第三方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76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数据仅在本人设备间同步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4744" y="1636776"/>
            <a:ext cx="2290031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mi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048" y="1783080"/>
            <a:ext cx="1997423" cy="4206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HIGHLIGHT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减排有回馈：积分 · 荣誉 · 碳小树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400800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67128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积分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32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累计并兑换碳普惠权益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38728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02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荣誉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04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解锁低碳徽章与植树证书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910327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73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碳小树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76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按真实记录养成，断签不掉级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786" y="1636776"/>
            <a:ext cx="2823946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090" y="1783080"/>
            <a:ext cx="2531338" cy="4206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让低碳数据「好看、好读」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400800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67128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视觉基调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32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浅色演示稿；App 默认深色，电青为强调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218688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182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统一的系统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玻璃质感卡片 + 单一信号色，层次靠字号与留白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70248"/>
            <a:ext cx="457200" cy="457200"/>
          </a:xfrm>
          <a:prstGeom prst="ellipse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25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33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跟随系统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36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主题随系统深浅色切换，运行中实时生效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321807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76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85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有目的的动效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687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读数滚动 / 图表入场，支持「减弱动效」开关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16004" y="1636776"/>
            <a:ext cx="2290031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308" y="1783080"/>
            <a:ext cx="1997423" cy="420624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393444" y="1636776"/>
            <a:ext cx="2290031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knowled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748" y="1783080"/>
            <a:ext cx="1997423" cy="42062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86600" y="60533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60533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双碳科普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基于 HarmonyOS 的原生实现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4864" cy="117043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ArkUI 声明式 UI · 5 Tab（首页 / 记录 / 看板 / 积分 / 科普）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36391"/>
            <a:ext cx="6400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36391"/>
            <a:ext cx="54864" cy="1170432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92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数据与服务层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58183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CarbonStore · CarbonFactors · Family / Mall / Reminder / Vision · Backup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9704"/>
            <a:ext cx="6400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89704"/>
            <a:ext cx="54864" cy="117043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7258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系统 Kit 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1149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ArkData · CoreVisionKit · BackgroundTasksKit · MediaLibrary / ImageKit · CoreFileKit · AbilityKit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783080"/>
            <a:ext cx="409651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1783080"/>
            <a:ext cx="4096512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2011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51460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语言：ArkTS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UI：ArkUI（声明式）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模型：Stage 模型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SDK：compatibleSdkVersion 26.0.0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设备：phone / tablet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存储：Preferences 本地持久化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同步：DistributedDataObject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3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备份：AGC 云存储（可开关）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数据留在本机，隐私优先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5429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454298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240280"/>
            <a:ext cx="777240" cy="777240"/>
          </a:xfrm>
          <a:prstGeom prst="ellipse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默认仅存本机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290565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记录默认保存在本机 Preferences；云备份为独立开关，默认关闭。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74519"/>
            <a:ext cx="345429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698" y="1874519"/>
            <a:ext cx="3454298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43018" y="2240280"/>
            <a:ext cx="777240" cy="777240"/>
          </a:xfrm>
          <a:prstGeom prst="ellipse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24048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329184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家庭同步不经第三方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3794760"/>
            <a:ext cx="290565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家庭碳积分仅在本人同账号设备间同步，不经过第三方服务器。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874519"/>
            <a:ext cx="345429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874519"/>
            <a:ext cx="3454298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71636" y="2240280"/>
            <a:ext cx="777240" cy="777240"/>
          </a:xfrm>
          <a:prstGeom prst="ellipse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1636" y="24048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3291840"/>
            <a:ext cx="29056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识图不出本机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636" y="3794760"/>
            <a:ext cx="290565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端侧 AI 识图在本机完成，图片不上传。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10911535" cy="777240"/>
          </a:xfrm>
          <a:prstGeom prst="roundRect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5074920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隐私不是附加项，而是产品设计的起点。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每一步都有验收：写审分离 + 设备验证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68680" cy="50292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937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4937760" cy="54864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只读的设备验证流程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4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写代码与审查分离，避免自证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4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设备验证 Agent 在模拟器上构建、安装、截图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4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逐条核对验收清单并输出证据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4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依据验收清单与复测记录归档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783080"/>
            <a:ext cx="57424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1783080"/>
            <a:ext cx="5742432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复测结果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514600"/>
            <a:ext cx="5166360" cy="1417320"/>
          </a:xfrm>
          <a:prstGeom prst="roundRect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E8E1E"/>
                </a:solidFill>
                <a:latin typeface="Microsoft YaHei"/>
                <a:ea typeface="Microsoft YaHei"/>
                <a:cs typeface="Microsoft YaHei"/>
              </a:rPr>
              <a:t>✓ 已复测通过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17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记录增删实时刷新 · 图表刷新 · 家庭聚合（本地侧）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碳小树 / 碳账单 · 外壳冒烟 20/20（仅导航 / 布局）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4069080"/>
            <a:ext cx="5166360" cy="1554480"/>
          </a:xfrm>
          <a:prstGeom prst="roundRect">
            <a:avLst/>
          </a:prstGeom>
          <a:solidFill>
            <a:srgbClr val="EAEFE7"/>
          </a:solidFill>
          <a:ln w="12700">
            <a:solidFill>
              <a:srgbClr val="DCE4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! 待真机 / 待复测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526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分布式权限弹窗 · 跨设备家庭聚合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云备份端到端（BLOCKED）· 导入运行时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接下来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0"/>
              </a:spcBef>
              <a:spcAft>
                <a:spcPts val="1100"/>
              </a:spcAft>
            </a:pPr>
            <a:r>
              <a:rPr sz="16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对接真实城市碳普惠平台 API，替代本地模拟兑换码</a:t>
            </a:r>
          </a:p>
          <a:p>
            <a:pPr algn="l">
              <a:spcBef>
                <a:spcPts val="1100"/>
              </a:spcBef>
              <a:spcAft>
                <a:spcPts val="1100"/>
              </a:spcAft>
            </a:pPr>
            <a:r>
              <a:rPr sz="16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云备份冲突合并策略与签名构建端到端验证</a:t>
            </a:r>
          </a:p>
          <a:p>
            <a:pPr algn="l">
              <a:spcBef>
                <a:spcPts val="1100"/>
              </a:spcBef>
              <a:spcAft>
                <a:spcPts val="1100"/>
              </a:spcAft>
            </a:pPr>
            <a:r>
              <a:rPr sz="16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接入系统无障碍设置，真正启用「减弱动效」</a:t>
            </a:r>
          </a:p>
          <a:p>
            <a:pPr algn="l">
              <a:spcBef>
                <a:spcPts val="1100"/>
              </a:spcBef>
              <a:spcAft>
                <a:spcPts val="1100"/>
              </a:spcAft>
            </a:pPr>
            <a:r>
              <a:rPr sz="1600" b="0">
                <a:solidFill>
                  <a:srgbClr val="14201A"/>
                </a:solidFill>
                <a:latin typeface="Microsoft YaHei"/>
                <a:ea typeface="Microsoft YaHei"/>
                <a:cs typeface="Microsoft YaHei"/>
              </a:rPr>
              <a:t>· 平板其余页面补齐多列布局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0F3D2E"/>
                </a:solidFill>
              </a:rPr>
              <a:t>谢</a:t>
            </a:r>
            <a:r>
              <a:rPr sz="7200" b="1">
                <a:solidFill>
                  <a:srgbClr val="0E8F79"/>
                </a:solidFill>
              </a:rPr>
              <a:t>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记录每一次低碳行动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9776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积少成多守护地球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66360"/>
            <a:ext cx="10908792" cy="18288"/>
          </a:xfrm>
          <a:prstGeom prst="rect">
            <a:avLst/>
          </a:prstGeom>
          <a:solidFill>
            <a:srgbClr val="D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D2E"/>
                </a:solidFill>
                <a:latin typeface="Microsoft YaHei"/>
                <a:ea typeface="Microsoft YaHei"/>
                <a:cs typeface="Microsoft YaHei"/>
              </a:rPr>
              <a:t>CarbonLife 碳足迹 · 基于 HarmonyOS 的低碳生活应用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CarbonLife 碳足迹 · 参赛答辩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A7562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CarbonLife 碳足迹 · 答辩PPT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